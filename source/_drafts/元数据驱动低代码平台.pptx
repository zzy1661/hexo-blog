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65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04495" y="-966470"/>
            <a:ext cx="13001625" cy="8791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39670" y="1825625"/>
            <a:ext cx="731139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83510" y="1825625"/>
            <a:ext cx="682434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99385" y="1825625"/>
            <a:ext cx="679196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20010" y="1825625"/>
            <a:ext cx="695134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59330" y="1825625"/>
            <a:ext cx="76720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32330" y="1825625"/>
            <a:ext cx="792670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45995" y="1825625"/>
            <a:ext cx="769937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25270" y="1825625"/>
            <a:ext cx="914082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87830" y="1825625"/>
            <a:ext cx="88150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60170" y="1825625"/>
            <a:ext cx="947102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195195"/>
            <a:ext cx="6066790" cy="20840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83455"/>
            <a:ext cx="6066155" cy="2486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41500" y="1825625"/>
            <a:ext cx="850836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11275" y="1825625"/>
            <a:ext cx="956818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90725" y="1825625"/>
            <a:ext cx="820991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79600"/>
            <a:ext cx="10515600" cy="42424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72030" y="1825625"/>
            <a:ext cx="764730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01545" y="1825625"/>
            <a:ext cx="778827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12290" y="1825625"/>
            <a:ext cx="856615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97940" y="1825625"/>
            <a:ext cx="959548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31010" y="1825625"/>
            <a:ext cx="872934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24585" y="1825625"/>
            <a:ext cx="994156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966595"/>
            <a:ext cx="10515600" cy="406844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76425"/>
            <a:ext cx="10515600" cy="42494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908810"/>
            <a:ext cx="10515600" cy="41846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122805"/>
            <a:ext cx="10515600" cy="37566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73125" y="1825625"/>
            <a:ext cx="1044448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83030" y="1825625"/>
            <a:ext cx="942530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25905" y="1825625"/>
            <a:ext cx="913955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19250" y="1825625"/>
            <a:ext cx="8952865" cy="435165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GU1ZWY2MmRiZjhlNDk4MGI5OTdjN2Y1Y2JmZWVhZj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Xforce</dc:creator>
  <cp:lastModifiedBy>周振宇</cp:lastModifiedBy>
  <cp:revision>4</cp:revision>
  <dcterms:created xsi:type="dcterms:W3CDTF">2023-08-09T12:44:00Z</dcterms:created>
  <dcterms:modified xsi:type="dcterms:W3CDTF">2024-08-13T08:46:07Z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2052-12.1.0.16929</vt:lpwstr>
  </property>
</Properties>
</file>